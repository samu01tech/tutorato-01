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365760"/>
            <a:ext cx="914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8BDF8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914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18CF8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371600" y="1005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 for understanding one of the most powerful building blocks in JS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3931920"/>
            <a:ext cx="16002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Function?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3931920"/>
            <a:ext cx="16002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12464" y="3931920"/>
            <a:ext cx="16002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31536" y="3931920"/>
            <a:ext cx="16002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vs Functions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50608" y="3931920"/>
            <a:ext cx="16002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Object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Function?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reusable block of code that performs a specific task.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once — and call it as many times as you need.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74904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Think of it like a coffee machine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21284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press the button (call the function) and it makes coffee (executes the task). You don't re-wire it each time!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420624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functions?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2402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Avoid repeating code (DRY principle)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Make code readable and organized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Easy to test and maintain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function: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8229600" cy="1481328"/>
          </a:xfrm>
          <a:prstGeom prst="rect">
            <a:avLst/>
          </a:prstGeom>
          <a:solidFill>
            <a:srgbClr val="0D111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66160"/>
            <a:ext cx="795528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}
</a:t>
            </a:r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Hello, World!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of a Function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0D111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{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65176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14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keyword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JS this is a function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2468880"/>
            <a:ext cx="265176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514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name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788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"add" — describes what it does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2468880"/>
            <a:ext cx="265176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514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2788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"a" and "b" — inputs it accepts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265176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66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body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between { } that runs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3520440"/>
            <a:ext cx="265176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566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statement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3840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value back to the caller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3520440"/>
            <a:ext cx="265176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F8FA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3566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Calling the function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3840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add(3, 5) → executes the code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Parameter?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variables listed in the function definition.   </a:t>
            </a:r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the actual values passed when calling the function.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3192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— parameters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3749040" cy="1143000"/>
          </a:xfrm>
          <a:prstGeom prst="rect">
            <a:avLst/>
          </a:prstGeom>
          <a:solidFill>
            <a:srgbClr val="0D111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75688"/>
            <a:ext cx="34747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 " + </a:t>
            </a:r>
            <a:pPr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93192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— arguments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1965960"/>
            <a:ext cx="3749040" cy="1143000"/>
          </a:xfrm>
          <a:prstGeom prst="rect">
            <a:avLst/>
          </a:prstGeom>
          <a:solidFill>
            <a:srgbClr val="0D111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075688"/>
            <a:ext cx="347472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);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Hi Alice
</a:t>
            </a:r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"Bob"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);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Hi Bob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parameters &amp; default values: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325880"/>
          </a:xfrm>
          <a:prstGeom prst="rect">
            <a:avLst/>
          </a:prstGeom>
          <a:solidFill>
            <a:srgbClr val="0D111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67328"/>
            <a:ext cx="795528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introduce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 name +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is " +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);
}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introduce("Luca");    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Luca is 18  (default used)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introduce("Sara", 22);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Sara is 22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return  Keyword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value back to wherever the function was called. Without it, the function returns </a:t>
            </a:r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3192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With return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3749040" cy="1371600"/>
          </a:xfrm>
          <a:prstGeom prst="rect">
            <a:avLst/>
          </a:prstGeom>
          <a:solidFill>
            <a:srgbClr val="0D111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29968"/>
            <a:ext cx="347472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n 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* </a:t>
            </a:r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}
</a:t>
            </a:r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double(</a:t>
            </a:r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 = 10 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93192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Without return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1920240"/>
            <a:ext cx="3749040" cy="1371600"/>
          </a:xfrm>
          <a:prstGeom prst="rect">
            <a:avLst/>
          </a:prstGeom>
          <a:solidFill>
            <a:srgbClr val="0D111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029968"/>
            <a:ext cx="347472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n 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*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does nothing!
}
</a:t>
            </a:r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double(</a:t>
            </a:r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 = undefined 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822960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472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Early Return — stops execution immediately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8046720" cy="1115568"/>
          </a:xfrm>
          <a:prstGeom prst="rect">
            <a:avLst/>
          </a:prstGeom>
          <a:solidFill>
            <a:srgbClr val="0D1117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67328"/>
            <a:ext cx="77724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checkAge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age 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 age &lt; 18 ) </a:t>
            </a:r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 young";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exits immediately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"Welcome!";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runs only if age &gt;= 18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0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26187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Two Numbers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53619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sum(a, b) that returns the sum of two numbers.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 with sum(3, 7) and log the result.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1E293B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23160"/>
            <a:ext cx="548640" cy="10972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2316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49631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Even?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77063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isEven(n) that returns true if n is even, false otherwise.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use the % (modulo) operator.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E293B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57600"/>
            <a:ext cx="548640" cy="10972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73075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Greeting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00507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greet(name, language) where language defaults to "English".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"Hello, [name]!" or "Ciao, [name]!" based on the language.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VS FUNCTIONS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vs Functions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051560"/>
            <a:ext cx="393192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Function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block of code — not attached to any object.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3749040" cy="1005840"/>
          </a:xfrm>
          <a:prstGeom prst="rect">
            <a:avLst/>
          </a:prstGeom>
          <a:solidFill>
            <a:srgbClr val="0D111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29968"/>
            <a:ext cx="34747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sayHi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"Hi!"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sayHi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directly by its name.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097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Method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belongs to an object — accessed with dot notation.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920240"/>
            <a:ext cx="3749040" cy="1691640"/>
          </a:xfrm>
          <a:prstGeom prst="rect">
            <a:avLst/>
          </a:prstGeom>
          <a:solidFill>
            <a:srgbClr val="0D1117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938528"/>
            <a:ext cx="3474720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bark: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"Woof!"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}
};
</a:t>
            </a:r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.bark();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Called via  object.method()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are functions, but not all functions are methods.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OBJECT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Object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built-in JS object with mathematical constants and methods. No need to import it — it's always available!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28600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/ Property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554480"/>
            <a:ext cx="219456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5544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554480"/>
            <a:ext cx="329184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544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228600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8836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Math.round(x)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1883664"/>
            <a:ext cx="219456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18836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to nearest integer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883664"/>
            <a:ext cx="329184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18836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Math.round(4.6)  → 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167128"/>
            <a:ext cx="228600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167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Math.floor(x)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2167128"/>
            <a:ext cx="219456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21671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DOWN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167128"/>
            <a:ext cx="329184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167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Math.floor(4.9)  → 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450592"/>
            <a:ext cx="228600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450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Math.ceil(x)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2450592"/>
            <a:ext cx="219456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16352" y="24505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UP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450592"/>
            <a:ext cx="329184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450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Math.ceil(4.1)   → 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734056"/>
            <a:ext cx="228600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7340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Math.abs(x)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0" y="2734056"/>
            <a:ext cx="219456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27340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value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2734056"/>
            <a:ext cx="329184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27340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Math.abs(-7)     → 7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017520"/>
            <a:ext cx="228600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Math.max(…)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3017520"/>
            <a:ext cx="219456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16352" y="3017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of given numbers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37760" y="3017520"/>
            <a:ext cx="329184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Math.max(1,5,3)  → 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300984"/>
            <a:ext cx="228600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33009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Math.min(…)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0" y="3300984"/>
            <a:ext cx="219456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16352" y="33009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of given numbers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37760" y="3300984"/>
            <a:ext cx="329184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0912" y="33009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Math.min(1,5,3)  → 1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3584448"/>
            <a:ext cx="228600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3584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Math.pow(x,y)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0" y="3584448"/>
            <a:ext cx="219456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16352" y="35844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to the power of 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37760" y="3584448"/>
            <a:ext cx="329184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10912" y="3584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Math.pow(2,10)   → 1024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3867912"/>
            <a:ext cx="228600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38679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Math.sqrt(x)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43200" y="3867912"/>
            <a:ext cx="219456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16352" y="3867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937760" y="3867912"/>
            <a:ext cx="329184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10912" y="3867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Math.sqrt(16)    → 4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" y="4151376"/>
            <a:ext cx="228600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0352" y="4151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Math.random()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743200" y="4151376"/>
            <a:ext cx="219456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16352" y="41513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number 0.0 – 0.999…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937760" y="4151376"/>
            <a:ext cx="329184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10912" y="41513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Math.random()    → 0.742…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57200" y="4434840"/>
            <a:ext cx="228600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0352" y="4434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Math.PI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743200" y="4434840"/>
            <a:ext cx="219456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16352" y="4434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constant π ≈ 3.14159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937760" y="4434840"/>
            <a:ext cx="3291840" cy="274320"/>
          </a:xfrm>
          <a:prstGeom prst="rect">
            <a:avLst/>
          </a:prstGeom>
          <a:solidFill>
            <a:srgbClr val="172032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10912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Math.PI          → 3.14159…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274320"/>
            <a:ext cx="914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8BDF8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914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18CF8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Functions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600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blocks of code that perform a specific task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Parameters &amp; Arguments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47288" y="1600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placeholders in the definition; arguments are the real values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return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27648" y="1600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value back from a function — without it you get undefined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41148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Methods vs Functions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30175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live inside objects; functions stand alone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606040"/>
            <a:ext cx="41148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Math Object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73168" y="30175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object with useful methods: round, floor, random, sqrt, PI…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coding! 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Functions</dc:title>
  <dc:subject>PptxGenJS Presentation</dc:subject>
  <dc:creator>PptxGenJS</dc:creator>
  <cp:lastModifiedBy>PptxGenJS</cp:lastModifiedBy>
  <cp:revision>1</cp:revision>
  <dcterms:created xsi:type="dcterms:W3CDTF">2026-05-05T20:28:47Z</dcterms:created>
  <dcterms:modified xsi:type="dcterms:W3CDTF">2026-05-05T20:28:47Z</dcterms:modified>
</cp:coreProperties>
</file>