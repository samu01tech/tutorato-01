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548640"/>
            <a:ext cx="3657600" cy="3657600"/>
          </a:xfrm>
          <a:prstGeom prst="ellipse">
            <a:avLst/>
          </a:prstGeom>
          <a:solidFill>
            <a:srgbClr val="1E3A5F">
              <a:alpha val="5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743200"/>
            <a:ext cx="2011680" cy="2011680"/>
          </a:xfrm>
          <a:prstGeom prst="ellipse">
            <a:avLst/>
          </a:prstGeom>
          <a:solidFill>
            <a:srgbClr val="F97316">
              <a:alpha val="2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85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474720"/>
            <a:ext cx="475488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474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 ·  Read  ·  Modify  ·  Functions  ·  Arrays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Object?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4114800" cy="37490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972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Think of an Object Like a Profile Card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16002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profile card groups all info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one person: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Name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Age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Job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Skills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146304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28032" y="144475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is a collection of key–value pairs that describe a single entity.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2633472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2715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28032" y="3127248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key + value pair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name (e.g. "name")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data (e.g. "Alice")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 Object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curly braces { } to define an object literal.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8321040" cy="26517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508760"/>
            <a:ext cx="806500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"Alice"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job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"Developer"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isStudent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4251960"/>
            <a:ext cx="2468880" cy="640080"/>
          </a:xfrm>
          <a:prstGeom prst="rect">
            <a:avLst/>
          </a:prstGeom>
          <a:solidFill>
            <a:srgbClr val="A855F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" y="4251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 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age, job…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54680" y="4251960"/>
            <a:ext cx="2468880" cy="640080"/>
          </a:xfrm>
          <a:prstGeom prst="rect">
            <a:avLst/>
          </a:prstGeom>
          <a:solidFill>
            <a:srgbClr val="A3E6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64408" y="4251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"Alice", 30…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97880" y="4251960"/>
            <a:ext cx="2468880" cy="64008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07608" y="4251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 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value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Properties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access values stored in an object: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4160520" cy="33832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417320"/>
            <a:ext cx="4160520" cy="40233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4173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Dot Notation  ( . 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3931920" cy="20116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" y="1993392"/>
            <a:ext cx="367588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</a:t>
            </a:r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"Alice"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</a:t>
            </a:r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3977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common. Use when the key name is known and fixed.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81728" y="1417320"/>
            <a:ext cx="4160520" cy="33832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1417320"/>
            <a:ext cx="4160520" cy="40233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4809744" y="14173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Bracket Notation  [ 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91456" y="1901952"/>
            <a:ext cx="3931920" cy="20116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56048" y="1993392"/>
            <a:ext cx="367588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["name"]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</a:t>
            </a:r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"Alice"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"age";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</a:t>
            </a:r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</a:t>
            </a:r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9744" y="3977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 key is dynamic (stored in a variable).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Properties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update, add, or delete properties at any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32461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481328"/>
            <a:ext cx="806500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brand: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"Toyota"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year: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2018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
</a:t>
            </a:r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 existing property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.year =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
</a:t>
            </a:r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a new property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.color =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
</a:t>
            </a:r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 a property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.year;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4754880"/>
            <a:ext cx="2560320" cy="2926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754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4754880"/>
            <a:ext cx="2560320" cy="292608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4754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4754880"/>
            <a:ext cx="256032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4754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with Objects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objects as arguments — or return them from functions.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4160520" cy="33832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417320"/>
            <a:ext cx="4160520" cy="40233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4173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an object to a function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3931920" cy="26060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" y="1993392"/>
            <a:ext cx="367588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introduce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"I am " +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.name;
}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introduce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name: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"Bob"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"I am Bob"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81728" y="1417320"/>
            <a:ext cx="4160520" cy="33832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417320"/>
            <a:ext cx="4160520" cy="40233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9744" y="14173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 object from a function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91456" y="1901952"/>
            <a:ext cx="3931920" cy="26060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56048" y="1993392"/>
            <a:ext cx="367588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makeUser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(n, a) {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age: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
}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makeUser(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u.name → "Ana"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+ Objects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multiple objects in an array — the most common real-world pattern.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8321040" cy="36576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481328"/>
            <a:ext cx="8065008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"Alice"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grade: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"Bob"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grade: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"Carol"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grade: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
];
</a:t>
            </a:r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Access by index, then by key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[0].name      </a:t>
            </a:r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"Alice"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[1].grade     </a:t>
            </a:r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75
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.forEach(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console.log(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.name));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Summary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97480" cy="1627632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91440" cy="16276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155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9961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Literal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curly braces and key: value pairs.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24128"/>
            <a:ext cx="2697480" cy="1627632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24128"/>
            <a:ext cx="91440" cy="162763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1155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obj.key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49961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Notation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property using a dot.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024128"/>
            <a:ext cx="2697480" cy="1627632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24128"/>
            <a:ext cx="91440" cy="16276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1155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obj["key"]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49961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Notation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63640" y="182880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property using a string key (useful for dynamic).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697480" cy="1627632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34640"/>
            <a:ext cx="91440" cy="1627632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9260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obj.key = val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3101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363931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Update, add, or delete properties freely.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834640"/>
            <a:ext cx="2697480" cy="1627632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834640"/>
            <a:ext cx="91440" cy="162763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9260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fn(obj)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3101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383280" y="363931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or return objects just like any value.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2834640"/>
            <a:ext cx="2697480" cy="1627632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2834640"/>
            <a:ext cx="91440" cy="162763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9260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[{}, {}]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3101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of Objects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263640" y="363931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many objects in an array; access with index + key.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Objects</dc:title>
  <dc:subject>PptxGenJS Presentation</dc:subject>
  <dc:creator>PptxGenJS</dc:creator>
  <cp:lastModifiedBy>PptxGenJS</cp:lastModifiedBy>
  <cp:revision>1</cp:revision>
  <dcterms:created xsi:type="dcterms:W3CDTF">2026-05-05T20:39:36Z</dcterms:created>
  <dcterms:modified xsi:type="dcterms:W3CDTF">2026-05-05T20:39:36Z</dcterms:modified>
</cp:coreProperties>
</file>